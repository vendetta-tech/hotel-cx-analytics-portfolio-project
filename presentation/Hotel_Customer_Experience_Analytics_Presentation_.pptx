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ptos Display"/>
              </a:rPr>
              <a:t>Hotel Customer Experience &amp; Feedback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Aptos"/>
              </a:rPr>
              <a:t>Independent portfolio case study | Simulated data for analytical practice |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286 guest-stay records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Excel dashboard and KPI reporting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Customer experience and service recovery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ptos Display"/>
              </a:rPr>
              <a:t>The 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Aptos"/>
              </a:rPr>
              <a:t>How can guest feedback be turned into a clearer view of service performance and improvement priorities?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Feedback can be fragmented across service interactions and post-stay reviews.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Operational teams need a way to identify recurring issues rather than reacting to isolated complaints.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This project structures guest experience data into measurable KPIs and practical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ptos Display"/>
              </a:rPr>
              <a:t>Dataset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Aptos"/>
              </a:rPr>
              <a:t>The analysis is based on a simulated, bounded working sample.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286 simulated guest stays covering March to July 2026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Customer type, room type and booking channel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Five service-area ratings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Complaint category, resolution status and resolution time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Overall satisfaction and NPS category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ptos Display"/>
              </a:rPr>
              <a:t>Executive KPI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1600200"/>
          </a:xfrm>
          <a:prstGeom prst="rect">
            <a:avLst/>
          </a:prstGeom>
          <a:solidFill>
            <a:srgbClr val="F7F9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5A6473"/>
                </a:solidFill>
                <a:latin typeface="Aptos"/>
              </a:rPr>
              <a:t>Avg satisfaction
</a:t>
            </a:r>
            <a:r>
              <a:rPr sz="2600" b="1">
                <a:solidFill>
                  <a:srgbClr val="203864"/>
                </a:solidFill>
                <a:latin typeface="Aptos Display"/>
              </a:rPr>
              <a:t>3.64 / 5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4937760" cy="1600200"/>
          </a:xfrm>
          <a:prstGeom prst="rect">
            <a:avLst/>
          </a:prstGeom>
          <a:solidFill>
            <a:srgbClr val="F7F9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5A6473"/>
                </a:solidFill>
                <a:latin typeface="Aptos"/>
              </a:rPr>
              <a:t>Complaint rate
</a:t>
            </a:r>
            <a:r>
              <a:rPr sz="2600" b="1">
                <a:solidFill>
                  <a:srgbClr val="203864"/>
                </a:solidFill>
                <a:latin typeface="Aptos Display"/>
              </a:rPr>
              <a:t>45.8%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4937760" cy="1600200"/>
          </a:xfrm>
          <a:prstGeom prst="rect">
            <a:avLst/>
          </a:prstGeom>
          <a:solidFill>
            <a:srgbClr val="F7F9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5A6473"/>
                </a:solidFill>
                <a:latin typeface="Aptos"/>
              </a:rPr>
              <a:t>Resolved
</a:t>
            </a:r>
            <a:r>
              <a:rPr sz="2600" b="1">
                <a:solidFill>
                  <a:srgbClr val="203864"/>
                </a:solidFill>
                <a:latin typeface="Aptos Display"/>
              </a:rPr>
              <a:t>74.8%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840480"/>
            <a:ext cx="4937760" cy="1600200"/>
          </a:xfrm>
          <a:prstGeom prst="rect">
            <a:avLst/>
          </a:prstGeom>
          <a:solidFill>
            <a:srgbClr val="F7F9FC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5A6473"/>
                </a:solidFill>
                <a:latin typeface="Aptos"/>
              </a:rPr>
              <a:t>Avg resolution
</a:t>
            </a:r>
            <a:r>
              <a:rPr sz="2600" b="1">
                <a:solidFill>
                  <a:srgbClr val="203864"/>
                </a:solidFill>
                <a:latin typeface="Aptos Display"/>
              </a:rPr>
              <a:t>6.5 hrs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ptos Display"/>
              </a:rPr>
              <a:t>What stands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Recorded complaints occurred in 45.8% of stays.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most frequent complaint category was Room Cleanliness, with 29 recorded cases.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Resolution performance should be monitored alongside satisfaction, not as a standalone operational metric.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Segment-level comparisons help identify where the guest experience differs.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ptos Display"/>
              </a:rPr>
              <a:t>Recommended operating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Review recurring complaint categories every week.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Assign a clear owner and corrective action for repeated issues.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Separate unresolved complaints from resolved complaints in reporting.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Monitor resolution time against internal service targets.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Review service-area satisfaction monthly and investigate persistent gaps.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ptos Display"/>
              </a:rPr>
              <a:t>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Excel data preparation and reporting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KPI and dashboard design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Customer segmentation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Complaint and service recovery analysis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Business recommendations and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